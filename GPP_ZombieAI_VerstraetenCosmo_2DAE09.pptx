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08/16/2026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Cosmo Verstraeten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AA762-F947-6A00-177F-D0CE14DA9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5"/>
            <a:ext cx="11997479" cy="4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 the enemy part is a bit </a:t>
            </a:r>
            <a:r>
              <a:rPr lang="en-US" dirty="0" err="1"/>
              <a:t>brokem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983" y="1825625"/>
            <a:ext cx="11666271" cy="4351338"/>
          </a:xfrm>
        </p:spPr>
        <p:txBody>
          <a:bodyPr/>
          <a:lstStyle/>
          <a:p>
            <a:r>
              <a:rPr lang="en-US" sz="2400" i="1" dirty="0"/>
              <a:t>If there is space garbage gets taken and removed instantly</a:t>
            </a:r>
          </a:p>
          <a:p>
            <a:r>
              <a:rPr lang="en-US" sz="2400" i="1" dirty="0"/>
              <a:t>Each item gets a score, based on that is decided if it is taken</a:t>
            </a:r>
          </a:p>
          <a:p>
            <a:r>
              <a:rPr lang="en-US" sz="2400" i="1" dirty="0"/>
              <a:t>Score is calculated based on need calculations</a:t>
            </a:r>
          </a:p>
          <a:p>
            <a:r>
              <a:rPr lang="en-US" sz="1400" i="1" dirty="0"/>
              <a:t>For example if you are low health </a:t>
            </a:r>
            <a:r>
              <a:rPr lang="en-US" sz="1400" i="1" dirty="0" err="1"/>
              <a:t>medkits</a:t>
            </a:r>
            <a:r>
              <a:rPr lang="en-US" sz="1400" i="1" dirty="0"/>
              <a:t> get a boost in score </a:t>
            </a:r>
          </a:p>
          <a:p>
            <a:r>
              <a:rPr lang="en-US" sz="1400" i="1" dirty="0"/>
              <a:t>Or if you already have a lot of food, food loses score</a:t>
            </a:r>
          </a:p>
          <a:p>
            <a:r>
              <a:rPr lang="en-US" sz="2400" i="1" dirty="0"/>
              <a:t>If there is an item with a better score available the item with the lowest score is replaced</a:t>
            </a:r>
            <a:endParaRPr lang="en-BE" sz="2400" i="1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It uses the provided Calculate path primarily that uses </a:t>
            </a:r>
            <a:r>
              <a:rPr lang="en-US" i="1" dirty="0" err="1"/>
              <a:t>navmesh</a:t>
            </a:r>
            <a:endParaRPr lang="en-US" i="1" dirty="0"/>
          </a:p>
          <a:p>
            <a:r>
              <a:rPr lang="en-US" i="1" dirty="0"/>
              <a:t>It manually turns the Survivor</a:t>
            </a:r>
          </a:p>
          <a:p>
            <a:r>
              <a:rPr lang="en-US" i="1" dirty="0"/>
              <a:t>Has Flee + Seek Blended steering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It has a memory of already visited houses</a:t>
            </a:r>
          </a:p>
          <a:p>
            <a:r>
              <a:rPr lang="en-US" sz="2400" i="1" dirty="0"/>
              <a:t>Moves to houses and then Items</a:t>
            </a:r>
          </a:p>
          <a:p>
            <a:r>
              <a:rPr lang="en-US" sz="2400" i="1" dirty="0"/>
              <a:t>Otherwise wanders around the world</a:t>
            </a: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Recording 2026-08-16 235018">
            <a:hlinkClick r:id="" action="ppaction://media"/>
            <a:extLst>
              <a:ext uri="{FF2B5EF4-FFF2-40B4-BE49-F238E27FC236}">
                <a16:creationId xmlns:a16="http://schemas.microsoft.com/office/drawing/2014/main" id="{36E5850B-5F1A-AC8E-8F58-285F7C90F6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9782" y="3359581"/>
            <a:ext cx="6196584" cy="331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143</Words>
  <Application>Microsoft Office PowerPoint</Application>
  <PresentationFormat>Widescreen</PresentationFormat>
  <Paragraphs>20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Cosmo VERSTRAETEN</cp:lastModifiedBy>
  <cp:revision>3</cp:revision>
  <dcterms:created xsi:type="dcterms:W3CDTF">2021-12-17T12:45:32Z</dcterms:created>
  <dcterms:modified xsi:type="dcterms:W3CDTF">2026-08-16T22:03:43Z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